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CA7F-5BDB-4B9D-0E10-71DC68998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FD539-D6FC-E927-1986-C2C450AF1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43347-D5AA-38B1-61B3-C48F6669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6DAFB-584E-ED53-6B02-7BDC7614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84311-A895-0D38-E064-C6DC2D35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27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6556-02C7-C0AB-572C-3BF6A912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D968-3427-A15B-73E7-B33560E59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C6D9A-10AA-26C8-A021-57B71C61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77914-51BA-BAD2-2E5A-AC3E4FC4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615DF-38FE-515E-E766-82CD50B3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70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BB0C-4D17-DB68-3E1F-2EE18FE8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828E-2854-7C49-352C-F3CDC5B2F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201AA-F0B2-925F-14FE-8F70C52E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1A37A-5F2E-ACE2-CFC7-9360DE70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3503F-D0DA-4296-CA29-3AA3D7E5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63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BE6A-2F9E-82DF-B612-1C5DFE9C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7243-4806-B89C-3A2E-E303B033F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51E94-87E0-6C28-572A-0A4F233C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56076-ED42-1A90-99A1-9587C96E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C613E-788C-D3E4-0778-A59F1B31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9EC74-EDA6-9216-11A9-06AB9778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42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785A-3F32-3A51-416B-A8F77A7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81BBC-20D5-BE68-E725-6C0EE065E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EE04F-D1F1-B874-D305-B86E36893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C03D4-82C6-6A8A-9282-FFC730998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18705-5A06-F88F-E5DB-9D66A3B9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48DA7-2706-BF91-2C40-5303F9DF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600DB-A0FD-229A-2287-AE044D8B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D5317-B1D4-E373-4220-A4A8EC71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1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C453-E5EF-1779-5B40-0795E00F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1B5C4-673E-CB70-5B4C-1EB4DD10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FCEE3-3AA5-45A5-EE17-60C4D633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04026-6D01-C4A0-A022-47BC8C29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52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96BD8-DF67-1FB8-6F66-3B770D6D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94853-5454-7080-41B9-98C41592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E0A9F-8D17-74FD-8DF2-8B4A2253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29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6391-3887-AED6-14F9-256F83787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7D5D-A557-3946-EC78-39D31DCC1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804D-23AA-A422-5DCA-0EC7CBE07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BB00F-6EFE-3B45-1BF9-2124B71C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37907-3CFC-2361-E8F8-C1A6AC2E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C16C-6225-8F6B-3B1D-B399E57A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85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A75A-298F-8F98-26E1-57E9D5B2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35E7D3-BDF8-6F11-33CC-B341E1DA8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6578E-1525-274B-D3E1-2701FC652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5ACD9-12FC-4EA6-9BE0-DEC58F44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90FD6-EEDC-95AA-BC28-3A6AECE3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D4CAC-88B9-F6F3-0478-AB02F8FF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3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3A32-E464-A7D0-E09E-7A1928D8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3BB4A-603D-E73C-CE3B-D98347E9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BD0AB-AE2D-0B86-7C33-D6EC89DE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87FE0-38A3-A9D2-D58A-4696B313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AF02-664E-12D0-E005-ECADF559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9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DB56B2-1952-67BF-1C96-CF1429212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AD058-73C1-B039-DFF6-5BD55AD87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FC212-AB55-088A-FDEC-ED21232B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A128F-3C86-29FA-9E02-7B62AA42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FA56-10E9-98B0-A3BE-5CBB3D7F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3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33FA0-5659-D613-4067-80978DE2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4D12F-E61E-3E1B-6168-EA91BA374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A6C46-E46B-B537-C80C-8E635063C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3AF1A-E83D-4C93-981C-387A7A845C2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CE9F-F628-2EA3-2691-6A7E97427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B5808-0513-9987-C64C-B969DD545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90D96-516C-4BFA-AE96-CCB20BBFE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1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EE7C-BF08-112B-96D6-D50073DD7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hnschrift SemiBold Condensed" panose="020B0502040204020203" pitchFamily="34" charset="0"/>
              </a:rPr>
              <a:t>STUDENT INFORMATION SYSTEM</a:t>
            </a:r>
            <a:endParaRPr lang="en-IN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C79A8-4F38-B5D7-9293-09D082D4F3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C++ program using linked list</a:t>
            </a:r>
          </a:p>
          <a:p>
            <a:r>
              <a:rPr lang="en-IN" dirty="0"/>
              <a:t>To store and manage student records</a:t>
            </a:r>
          </a:p>
        </p:txBody>
      </p:sp>
    </p:spTree>
    <p:extLst>
      <p:ext uri="{BB962C8B-B14F-4D97-AF65-F5344CB8AC3E}">
        <p14:creationId xmlns:p14="http://schemas.microsoft.com/office/powerpoint/2010/main" val="335509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53CF-3CDA-53AB-BC63-D78C6EB1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FEATURES:-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BD19-AA1E-BEDA-9065-8DB9A418F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Add student</a:t>
            </a:r>
          </a:p>
          <a:p>
            <a:r>
              <a:rPr lang="en-US" sz="4400" dirty="0"/>
              <a:t>View student</a:t>
            </a:r>
          </a:p>
          <a:p>
            <a:r>
              <a:rPr lang="en-US" sz="4400" dirty="0"/>
              <a:t>Modify student</a:t>
            </a:r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83418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9C89-F129-6A58-0C4C-4EC174EA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Concept used:-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11424-7B67-829D-ECDB-353915BE7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Structures (struct node)</a:t>
            </a:r>
          </a:p>
          <a:p>
            <a:r>
              <a:rPr lang="en-US" sz="4400" dirty="0"/>
              <a:t>Linked list</a:t>
            </a:r>
          </a:p>
          <a:p>
            <a:r>
              <a:rPr lang="en-US" sz="4400" dirty="0"/>
              <a:t>Dynamic memory allocation</a:t>
            </a:r>
          </a:p>
          <a:p>
            <a:r>
              <a:rPr lang="en-US" sz="4400" dirty="0"/>
              <a:t>functions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33526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EBD5-E8B4-1083-359D-19538908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Node structure:-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6C033-9CD9-55B5-7C00-0A7799BE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stores:</a:t>
            </a:r>
          </a:p>
          <a:p>
            <a:r>
              <a:rPr lang="en-US" sz="3600" dirty="0"/>
              <a:t>Roll no</a:t>
            </a:r>
          </a:p>
          <a:p>
            <a:r>
              <a:rPr lang="en-US" sz="3600" dirty="0"/>
              <a:t>Name</a:t>
            </a:r>
          </a:p>
          <a:p>
            <a:r>
              <a:rPr lang="en-US" sz="3600" dirty="0"/>
              <a:t>Adhaar no</a:t>
            </a:r>
          </a:p>
          <a:p>
            <a:r>
              <a:rPr lang="en-US" sz="3600" dirty="0"/>
              <a:t>Phone no</a:t>
            </a:r>
          </a:p>
          <a:p>
            <a:r>
              <a:rPr lang="en-US" sz="3600" dirty="0"/>
              <a:t>Email</a:t>
            </a:r>
          </a:p>
          <a:p>
            <a:r>
              <a:rPr lang="en-US" sz="3600" dirty="0"/>
              <a:t>Pointer to next node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250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428F-1B51-D29C-9D2A-EB118D72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student function:-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24D3-76CB-C828-4570-1E43468C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Creates new node</a:t>
            </a:r>
          </a:p>
          <a:p>
            <a:r>
              <a:rPr lang="en-US" sz="4400" dirty="0"/>
              <a:t>Takes input from user</a:t>
            </a:r>
          </a:p>
          <a:p>
            <a:r>
              <a:rPr lang="en-US" sz="4400" dirty="0"/>
              <a:t>Adds node at end of list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6216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93B8-DC91-01FB-85C1-FBE7281D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View student function:-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5428-19E1-5886-6943-7A8D01765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Searches using roll no</a:t>
            </a:r>
          </a:p>
          <a:p>
            <a:r>
              <a:rPr lang="en-US" sz="4400" dirty="0"/>
              <a:t>Displays student details</a:t>
            </a:r>
          </a:p>
          <a:p>
            <a:r>
              <a:rPr lang="en-US" sz="4400" dirty="0"/>
              <a:t>If not found </a:t>
            </a:r>
            <a:r>
              <a:rPr lang="en-US" sz="4400" dirty="0">
                <a:sym typeface="Wingdings" panose="05000000000000000000" pitchFamily="2" charset="2"/>
              </a:rPr>
              <a:t> shows message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84616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2E05-97B2-D8BC-DF9B-83B48EC4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Modify student function:-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65983-215E-1A8D-4B70-48EB7D9E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Searches student by roll no</a:t>
            </a:r>
          </a:p>
          <a:p>
            <a:r>
              <a:rPr lang="en-US" sz="4400" dirty="0"/>
              <a:t>Updates details</a:t>
            </a:r>
          </a:p>
          <a:p>
            <a:r>
              <a:rPr lang="en-US" sz="4400" dirty="0"/>
              <a:t>Confirms update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471611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078B-5303-684D-B3E8-05A031BE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Summary:-</a:t>
            </a:r>
            <a:endParaRPr lang="en-IN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45F4-171C-B76B-070F-07D91D98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Menu-driven student system using linked list in C++</a:t>
            </a:r>
          </a:p>
          <a:p>
            <a:r>
              <a:rPr lang="en-IN" sz="3600" dirty="0"/>
              <a:t>It provides functions like add , view and modify student records</a:t>
            </a:r>
          </a:p>
          <a:p>
            <a:r>
              <a:rPr lang="en-IN" sz="3600" dirty="0"/>
              <a:t>Uses structures , pointers, and dynamic </a:t>
            </a:r>
            <a:r>
              <a:rPr lang="en-IN" sz="3600"/>
              <a:t>memory allocation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34930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 Condensed</vt:lpstr>
      <vt:lpstr>Calibri</vt:lpstr>
      <vt:lpstr>Calibri Light</vt:lpstr>
      <vt:lpstr>Cambria</vt:lpstr>
      <vt:lpstr>Wingdings</vt:lpstr>
      <vt:lpstr>Office Theme</vt:lpstr>
      <vt:lpstr>STUDENT INFORMATION SYSTEM</vt:lpstr>
      <vt:lpstr>FEATURES:-</vt:lpstr>
      <vt:lpstr>Concept used:-</vt:lpstr>
      <vt:lpstr>Node structure:-</vt:lpstr>
      <vt:lpstr>Add student function:-</vt:lpstr>
      <vt:lpstr>View student function:-</vt:lpstr>
      <vt:lpstr>Modify student function:-</vt:lpstr>
      <vt:lpstr>Summary:-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25cse 005</dc:creator>
  <cp:lastModifiedBy>25cse 005</cp:lastModifiedBy>
  <cp:revision>1</cp:revision>
  <dcterms:created xsi:type="dcterms:W3CDTF">2026-04-18T06:40:04Z</dcterms:created>
  <dcterms:modified xsi:type="dcterms:W3CDTF">2026-04-18T06:40:05Z</dcterms:modified>
</cp:coreProperties>
</file>